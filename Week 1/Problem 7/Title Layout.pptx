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handoutMasterIdLst>
    <p:handoutMasterId r:id="rId7"/>
  </p:handoutMasterIdLst>
  <p:sldIdLst>
    <p:sldId id="259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21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  <p15:guide id="7" pos="71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howGuides="1">
      <p:cViewPr varScale="1">
        <p:scale>
          <a:sx n="131" d="100"/>
          <a:sy n="131" d="100"/>
        </p:scale>
        <p:origin x="198" y="2964"/>
      </p:cViewPr>
      <p:guideLst>
        <p:guide orient="horz" pos="2160"/>
        <p:guide orient="horz" pos="1008"/>
        <p:guide orient="horz" pos="3888"/>
        <p:guide orient="horz" pos="321"/>
        <p:guide pos="3839"/>
        <p:guide pos="1007"/>
        <p:guide pos="71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2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8/27/2019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8/27/2019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74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  <a:noFill/>
          <a:effectLst>
            <a:softEdge rad="31750"/>
          </a:effectLst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699025" y="6356351"/>
            <a:ext cx="12188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53C03-C60F-4FF5-BBBF-078D44B72E7D}" type="datetime1">
              <a:rPr lang="en-US" smtClean="0"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4708" y="6356351"/>
            <a:ext cx="397406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85571" y="6356351"/>
            <a:ext cx="60944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8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40BF0-453F-47A9-9012-5AED3B22E7A1}" type="datetime1">
              <a:rPr lang="en-US" smtClean="0"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6906E3-B742-4986-90B6-990F07048832}" type="datetime1">
              <a:rPr lang="en-US" smtClean="0"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372C-B131-4034-B61F-BCF761990A4F}" type="datetime1">
              <a:rPr lang="en-US" smtClean="0"/>
              <a:t>8/27/2019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9524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9524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0B50-D705-4567-8892-606DA8DDC082}" type="datetime1">
              <a:rPr lang="en-US" smtClean="0"/>
              <a:t>8/27/2019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5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3B8A-AC5E-448D-90F1-5F90DC8C0860}" type="datetime1">
              <a:rPr lang="en-US" smtClean="0"/>
              <a:t>8/27/2019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0D57-1DF2-4CE0-A88F-4398D994BF4C}" type="datetime1">
              <a:rPr lang="en-US" smtClean="0"/>
              <a:t>8/27/2019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lang="en-US" smtClean="0"/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7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098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598612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598612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26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1A79-789F-42C6-A798-E2703A37BA23}" type="datetime1">
              <a:rPr lang="en-US" smtClean="0"/>
              <a:t>8/27/2019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9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5103812" y="0"/>
            <a:ext cx="63246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718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232426" y="482600"/>
            <a:ext cx="60435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6718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4BA6-2CAA-43FD-B6CB-325C80A91D3E}" type="datetime1">
              <a:rPr lang="en-US" smtClean="0"/>
              <a:t>8/27/2019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56D9D-9483-42E7-8CD7-15EDE1A4DDC4}" type="datetime1">
              <a:rPr lang="en-US" smtClean="0"/>
              <a:t>8/27/2019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5F10-92B8-46C7-A107-1CF6EB1C2F18}" type="datetime1">
              <a:rPr lang="en-US" smtClean="0"/>
              <a:t>8/27/2019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1609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0D141A01-0FF1-467E-B344-8F7D0706474A}" type="datetime1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1609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1609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39" userDrawn="1">
          <p15:clr>
            <a:srgbClr val="F26B43"/>
          </p15:clr>
        </p15:guide>
        <p15:guide id="2" pos="1007" userDrawn="1">
          <p15:clr>
            <a:srgbClr val="F26B43"/>
          </p15:clr>
        </p15:guide>
        <p15:guide id="3" pos="7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330524" y="598037"/>
            <a:ext cx="12215093" cy="2680127"/>
          </a:xfrm>
        </p:spPr>
        <p:txBody>
          <a:bodyPr/>
          <a:lstStyle/>
          <a:p>
            <a:pPr algn="ctr"/>
            <a:r>
              <a:rPr lang="en-US" sz="9600" dirty="0">
                <a:latin typeface="Little Edward" panose="02000500000000000000" pitchFamily="2" charset="0"/>
              </a:rPr>
              <a:t>Greetings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8308" y="2996952"/>
            <a:ext cx="1577511" cy="1116085"/>
          </a:xfrm>
        </p:spPr>
        <p:txBody>
          <a:bodyPr/>
          <a:lstStyle/>
          <a:p>
            <a:r>
              <a:rPr lang="en-US" dirty="0">
                <a:latin typeface="Little Edward" panose="02000500000000000000" pitchFamily="2" charset="0"/>
              </a:rPr>
              <a:t>of   the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345EA-BF35-4F57-9761-F387E77A11D7}"/>
              </a:ext>
            </a:extLst>
          </p:cNvPr>
          <p:cNvSpPr txBox="1"/>
          <p:nvPr/>
        </p:nvSpPr>
        <p:spPr>
          <a:xfrm>
            <a:off x="5734372" y="3278164"/>
            <a:ext cx="3549370" cy="186204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GB" sz="11500" dirty="0">
                <a:solidFill>
                  <a:schemeClr val="bg1"/>
                </a:solidFill>
                <a:latin typeface="Little Edward" panose="02000500000000000000" pitchFamily="2" charset="0"/>
              </a:rPr>
              <a:t>Season</a:t>
            </a:r>
          </a:p>
        </p:txBody>
      </p:sp>
    </p:spTree>
    <p:extLst>
      <p:ext uri="{BB962C8B-B14F-4D97-AF65-F5344CB8AC3E}">
        <p14:creationId xmlns:p14="http://schemas.microsoft.com/office/powerpoint/2010/main" val="4919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nowflak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nowflakes design slides.potx" id="{DEE1F0AD-706A-4F4C-823D-ADFE5851E3EA}" vid="{52425298-8660-4232-B133-1A88C14B38E6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783485-1103-4BBC-98A1-D39A248154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15ED37-D514-41C3-9B3C-B262145D17B7}">
  <ds:schemaRefs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8853CD7-B1C6-4FDD-B6D0-92A83B857D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Snowflakes design slides</Template>
  <TotalTime>4</TotalTime>
  <Words>5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Euphemia</vt:lpstr>
      <vt:lpstr>Little Edward</vt:lpstr>
      <vt:lpstr>Snowflakes design template</vt:lpstr>
      <vt:lpstr>Greetings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Adnan Hussain</dc:creator>
  <cp:lastModifiedBy>Adnan Hussain</cp:lastModifiedBy>
  <cp:revision>2</cp:revision>
  <dcterms:created xsi:type="dcterms:W3CDTF">2019-08-26T19:37:20Z</dcterms:created>
  <dcterms:modified xsi:type="dcterms:W3CDTF">2019-08-26T19:42:56Z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74067300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