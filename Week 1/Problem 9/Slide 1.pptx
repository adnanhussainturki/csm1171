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98" r:id="rId4"/>
  </p:sldMasterIdLst>
  <p:notesMasterIdLst>
    <p:notesMasterId r:id="rId6"/>
  </p:notesMasterIdLst>
  <p:handoutMasterIdLst>
    <p:handoutMasterId r:id="rId7"/>
  </p:handoutMasterIdLst>
  <p:sldIdLst>
    <p:sldId id="27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E6E6E6"/>
    <a:srgbClr val="1C1E26"/>
    <a:srgbClr val="303342"/>
    <a:srgbClr val="485F74"/>
    <a:srgbClr val="354655"/>
    <a:srgbClr val="C80000"/>
    <a:srgbClr val="85B31F"/>
    <a:srgbClr val="3C4052"/>
    <a:srgbClr val="D8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584" autoAdjust="0"/>
  </p:normalViewPr>
  <p:slideViewPr>
    <p:cSldViewPr snapToGrid="0">
      <p:cViewPr varScale="1">
        <p:scale>
          <a:sx n="251" d="100"/>
          <a:sy n="251" d="100"/>
        </p:scale>
        <p:origin x="240" y="438"/>
      </p:cViewPr>
      <p:guideLst>
        <p:guide orient="horz" pos="2160"/>
        <p:guide pos="384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44264"/>
    </p:cViewPr>
  </p:sorter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20ABC-E11D-42B4-A428-76B2C5BC0052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9EE0F-113C-45AB-9877-4A16FFA6A9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B89D3-056A-4F4C-8125-EA71262895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EED04-A4F0-49ED-B42E-211B56474E8D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20CB7-DCA5-4E5B-97F1-300CDD8D2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457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9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78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37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35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31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78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18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82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5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08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3164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844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6915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28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92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76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8A1A3-5BFE-4E68-81F1-F5246277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39574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1EF1-BFC9-4361-B215-2D83B16AB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6709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487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1FFE5-84D8-43BD-9B0D-76C497F5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8921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1428299"/>
            <a:ext cx="1711234" cy="4436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B4FFF-4547-4B6C-9BF5-9A495C21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3253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8/27/2019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7A1E60-E780-4865-BC9B-8E637B12C771}"/>
              </a:ext>
            </a:extLst>
          </p:cNvPr>
          <p:cNvGrpSpPr/>
          <p:nvPr userDrawn="1"/>
        </p:nvGrpSpPr>
        <p:grpSpPr>
          <a:xfrm rot="10800000">
            <a:off x="11858328" y="148422"/>
            <a:ext cx="332874" cy="590718"/>
            <a:chOff x="10026" y="148425"/>
            <a:chExt cx="332874" cy="59071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7EB7FF-A835-4183-AE6B-FBEB96EF0ADA}"/>
                </a:ext>
              </a:extLst>
            </p:cNvPr>
            <p:cNvSpPr/>
            <p:nvPr/>
          </p:nvSpPr>
          <p:spPr>
            <a:xfrm>
              <a:off x="10026" y="148428"/>
              <a:ext cx="203334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9E8EF8-2753-4CEB-A7C3-D1057EF6AD16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04D09F0D-8C94-4292-9DB3-7AE88741EF41}"/>
              </a:ext>
            </a:extLst>
          </p:cNvPr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E6E6E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A6D431-4AC4-4CB5-8806-54D85A6AAC75}"/>
              </a:ext>
            </a:extLst>
          </p:cNvPr>
          <p:cNvSpPr txBox="1"/>
          <p:nvPr userDrawn="1"/>
        </p:nvSpPr>
        <p:spPr>
          <a:xfrm>
            <a:off x="11292841" y="6528300"/>
            <a:ext cx="79941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260E2A6B-A809-4840-BF14-8648BC0BDF87}" type="slidenum">
              <a:rPr lang="en-US" sz="1200" b="0" i="0" strike="noStrike" spc="0" noProof="0" smtClean="0">
                <a:solidFill>
                  <a:schemeClr val="accent1"/>
                </a:solidFill>
                <a:latin typeface="+mn-lt"/>
                <a:ea typeface="Roboto Condensed Light" panose="02000000000000000000" pitchFamily="2" charset="0"/>
                <a:cs typeface="Segoe UI Light" panose="020B0502040204020203" pitchFamily="34" charset="0"/>
              </a:rPr>
              <a:pPr algn="r"/>
              <a:t>‹#›</a:t>
            </a:fld>
            <a:endParaRPr lang="en-US" sz="8000" b="0" i="0" strike="noStrike" spc="0" noProof="0" dirty="0">
              <a:solidFill>
                <a:schemeClr val="accent1"/>
              </a:solidFill>
              <a:latin typeface="+mn-lt"/>
              <a:ea typeface="Roboto Condensed Light" panose="02000000000000000000" pitchFamily="2" charset="0"/>
              <a:cs typeface="Segoe UI Light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E15F95-5DC7-46FE-B007-32182790605A}"/>
              </a:ext>
            </a:extLst>
          </p:cNvPr>
          <p:cNvSpPr txBox="1"/>
          <p:nvPr userDrawn="1"/>
        </p:nvSpPr>
        <p:spPr>
          <a:xfrm>
            <a:off x="68580" y="6528300"/>
            <a:ext cx="1684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noProof="0" dirty="0">
                <a:solidFill>
                  <a:schemeClr val="accent1"/>
                </a:solidFill>
                <a:latin typeface="+mn-lt"/>
              </a:rPr>
              <a:t>Your </a:t>
            </a:r>
            <a:r>
              <a:rPr lang="en-US" sz="1200" b="1" baseline="0" noProof="0" dirty="0">
                <a:solidFill>
                  <a:schemeClr val="accent1"/>
                </a:solidFill>
                <a:latin typeface="+mn-lt"/>
              </a:rPr>
              <a:t>Coffee Shop</a:t>
            </a:r>
            <a:endParaRPr lang="en-US" sz="1200" b="1" noProof="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927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  <p:sldLayoutId id="2147483662" r:id="rId18"/>
    <p:sldLayoutId id="2147483781" r:id="rId19"/>
    <p:sldLayoutId id="2147483692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Placeholder 1" descr="Coffee shop artwork and icons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itle 10" hidden="1">
            <a:extLst>
              <a:ext uri="{FF2B5EF4-FFF2-40B4-BE49-F238E27FC236}">
                <a16:creationId xmlns:a16="http://schemas.microsoft.com/office/drawing/2014/main" id="{B825F879-7327-49C3-8A45-B7A226CC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Illustration of a coffee cup and saucer with steam coming out and the wording &quot;Coffee Shop&quot; within the steam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647" y="329709"/>
            <a:ext cx="2792701" cy="40230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65217" y="4658381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AMU IT FEST 2019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8933" y="5210246"/>
            <a:ext cx="6234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spc="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DEPARTMENT OF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7E32D-D6B6-4E3F-9E3D-DBD655E866FE}"/>
              </a:ext>
            </a:extLst>
          </p:cNvPr>
          <p:cNvSpPr txBox="1"/>
          <p:nvPr/>
        </p:nvSpPr>
        <p:spPr>
          <a:xfrm>
            <a:off x="3300881" y="5914366"/>
            <a:ext cx="59121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spc="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 COMPUTER SCIENCE STUDENTS</a:t>
            </a:r>
            <a:br>
              <a:rPr lang="en-US" sz="1600" spc="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spc="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ARE CODIALLY INVITED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556CB9-0544-4904-8933-AAC2BB32C58A}"/>
              </a:ext>
            </a:extLst>
          </p:cNvPr>
          <p:cNvSpPr txBox="1"/>
          <p:nvPr/>
        </p:nvSpPr>
        <p:spPr>
          <a:xfrm>
            <a:off x="662872" y="2341223"/>
            <a:ext cx="2563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solidFill>
                  <a:schemeClr val="bg1"/>
                </a:solidFill>
                <a:latin typeface="Bebas Neue" panose="020B0606020202050201" pitchFamily="34" charset="0"/>
              </a:rPr>
              <a:t>TIMINGS</a:t>
            </a:r>
            <a:br>
              <a:rPr lang="en-US" sz="2400" dirty="0">
                <a:solidFill>
                  <a:schemeClr val="bg1"/>
                </a:solidFill>
                <a:latin typeface="Bebas Neue" panose="020B0606020202050201" pitchFamily="34" charset="0"/>
              </a:rPr>
            </a:br>
            <a:r>
              <a:rPr lang="en-US" sz="1400" dirty="0">
                <a:solidFill>
                  <a:schemeClr val="bg1"/>
                </a:solidFill>
                <a:latin typeface="Bebas Neue" panose="020B0606020202050201" pitchFamily="34" charset="0"/>
              </a:rPr>
              <a:t>29TH AUG, 2019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Bebas Neue" panose="020B0606020202050201" pitchFamily="34" charset="0"/>
              </a:rPr>
              <a:t>10 AM ONWARDS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16776-241A-428F-946C-066F61F95B2E}"/>
              </a:ext>
            </a:extLst>
          </p:cNvPr>
          <p:cNvSpPr txBox="1"/>
          <p:nvPr/>
        </p:nvSpPr>
        <p:spPr>
          <a:xfrm>
            <a:off x="9343705" y="2341223"/>
            <a:ext cx="2410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u="sng" dirty="0">
                <a:solidFill>
                  <a:schemeClr val="bg1"/>
                </a:solidFill>
                <a:latin typeface="Bebas Neue" panose="020B0606020202050201" pitchFamily="34" charset="0"/>
              </a:rPr>
              <a:t>VENUE</a:t>
            </a:r>
            <a:br>
              <a:rPr lang="en-US" sz="2400" dirty="0">
                <a:solidFill>
                  <a:schemeClr val="bg1"/>
                </a:solidFill>
                <a:latin typeface="Bebas Neue" panose="020B0606020202050201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Bebas Neue" panose="020B0606020202050201" pitchFamily="34" charset="0"/>
              </a:rPr>
              <a:t>DEPARTMENT OF COMPUTER SCIENCE</a:t>
            </a:r>
            <a:br>
              <a:rPr lang="en-US" sz="1600" dirty="0">
                <a:solidFill>
                  <a:schemeClr val="bg1"/>
                </a:solidFill>
                <a:latin typeface="Bebas Neue" panose="020B0606020202050201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Bebas Neue" panose="020B0606020202050201" pitchFamily="34" charset="0"/>
              </a:rPr>
              <a:t>AMU, ALIGARH</a:t>
            </a:r>
            <a:endParaRPr lang="en-US" sz="24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23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repeatCount="4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8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9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C98A6E-22EC-4DD4-9EEB-7896057C12A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3510E7F-70F5-4475-850F-7F9C0A821B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CEF3AB-10D4-49E3-B75C-776D60141D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17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Bebas Neue</vt:lpstr>
      <vt:lpstr>Calibri</vt:lpstr>
      <vt:lpstr>Century Gothic</vt:lpstr>
      <vt:lpstr>Lato</vt:lpstr>
      <vt:lpstr>Lato Black</vt:lpstr>
      <vt:lpstr>Wingdings 3</vt:lpstr>
      <vt:lpstr>Wisp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2019-08-26T19:47:57Z</dcterms:created>
  <dcterms:modified xsi:type="dcterms:W3CDTF">2019-08-27T14:31:32Z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