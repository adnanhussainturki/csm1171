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150" y="28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8/27/2019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F6905C-E0CD-486F-97F3-88137F2131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084" y="5136405"/>
            <a:ext cx="6400800" cy="1947333"/>
          </a:xfrm>
        </p:spPr>
        <p:txBody>
          <a:bodyPr/>
          <a:lstStyle/>
          <a:p>
            <a:r>
              <a:rPr lang="en-GB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Space exploration at its best.</a:t>
            </a:r>
            <a:br>
              <a:rPr lang="en-GB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GB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August 2019</a:t>
            </a:r>
            <a:endParaRPr lang="en-GB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D098BC-C7B3-4985-AD60-8853DB8171C2}"/>
              </a:ext>
            </a:extLst>
          </p:cNvPr>
          <p:cNvSpPr/>
          <p:nvPr/>
        </p:nvSpPr>
        <p:spPr>
          <a:xfrm>
            <a:off x="475551" y="4294249"/>
            <a:ext cx="56204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AMU MAGAZINE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24F620-9829-4F6C-8546-7C0542775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46" y="2051046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675997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</TotalTime>
  <Words>8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Century Gothic</vt:lpstr>
      <vt:lpstr>Wingdings 3</vt:lpstr>
      <vt:lpstr>Slice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Adnan Hussain</dc:creator>
  <cp:lastModifiedBy>Adnan Hussain</cp:lastModifiedBy>
  <cp:revision>1</cp:revision>
  <dcterms:created xsi:type="dcterms:W3CDTF">2019-08-26T19:43:12Z</dcterms:created>
  <dcterms:modified xsi:type="dcterms:W3CDTF">2019-08-26T19:46:29Z</dcterms:modified>
</cp:coreProperties>
</file>