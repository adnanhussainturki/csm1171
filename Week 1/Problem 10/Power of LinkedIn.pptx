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08" y="3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Sheet1!$A$2:$A$5</c:f>
              <c:strCache>
                <c:ptCount val="4"/>
                <c:pt idx="0">
                  <c:v>LinkedIn</c:v>
                </c:pt>
                <c:pt idx="1">
                  <c:v>Facebook</c:v>
                </c:pt>
                <c:pt idx="2">
                  <c:v>Google Plus</c:v>
                </c:pt>
                <c:pt idx="3">
                  <c:v>Twitter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 formatCode="0%">
                  <c:v>0.2</c:v>
                </c:pt>
                <c:pt idx="1">
                  <c:v>50</c:v>
                </c:pt>
                <c:pt idx="2">
                  <c:v>10</c:v>
                </c:pt>
                <c:pt idx="3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97A-458F-BACC-CFB09C2CB7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Vistors in Million(s)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First Quarter</c:v>
                </c:pt>
                <c:pt idx="1">
                  <c:v>Second Quarter</c:v>
                </c:pt>
                <c:pt idx="2">
                  <c:v>Third Quater</c:v>
                </c:pt>
                <c:pt idx="3">
                  <c:v>Fourth Quarter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1EF-4889-B48D-EF9493E73C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31450856"/>
        <c:axId val="531451840"/>
      </c:lineChart>
      <c:catAx>
        <c:axId val="5314508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1451840"/>
        <c:crosses val="autoZero"/>
        <c:auto val="1"/>
        <c:lblAlgn val="ctr"/>
        <c:lblOffset val="100"/>
        <c:noMultiLvlLbl val="0"/>
      </c:catAx>
      <c:valAx>
        <c:axId val="5314518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14508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2DA3F7C-320C-474B-985B-11BC96FC339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GB"/>
              <a:t>Conference: Linkedin Power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988CEB-8CEC-41D9-934D-4DF29B9BEA8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55A7AF-6965-4ABF-9077-787A52123B28}" type="datetime1">
              <a:rPr lang="en-GB" smtClean="0"/>
              <a:t>27/08/2019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1261-A686-47C4-B2A2-F58F153C886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GB"/>
              <a:t>Conference: Linkedin Power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F21EAF-0138-4BDC-8293-129F2057CBF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25C954-95BA-4FE4-887F-EAEE01FBF0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7080727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GB"/>
              <a:t>Conference: Linkedin Power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A4171B-89D3-4BD3-9831-15E697563036}" type="datetime1">
              <a:rPr lang="en-GB" smtClean="0"/>
              <a:t>27/08/2019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GB"/>
              <a:t>Conference: Linkedin Power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3D5834-A003-4E73-A04B-4BD8E7CD52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771623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9C2C7-0A13-47EF-837D-32111CEFAD77}" type="datetime9">
              <a:rPr lang="en-US" smtClean="0"/>
              <a:t>8/27/2019 12:14:07 AM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Brought to you by Aligarh Muslim University, Aligarh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fade/>
    <p:sndAc>
      <p:stSnd>
        <p:snd r:embed="rId1" name="chimes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05930-563B-495F-9A53-ABC519A1D1AF}" type="datetime9">
              <a:rPr lang="en-US" smtClean="0"/>
              <a:t>8/27/2019 12:14:07 AM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Brought to you by Aligarh Muslim University, Aligarh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fade/>
    <p:sndAc>
      <p:stSnd>
        <p:snd r:embed="rId1" name="chimes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20DEA-254D-436C-A66A-63560ED8C8E4}" type="datetime9">
              <a:rPr lang="en-US" smtClean="0"/>
              <a:t>8/27/2019 12:14:07 AM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Brought to you by Aligarh Muslim University, Aligarh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fade/>
    <p:sndAc>
      <p:stSnd>
        <p:snd r:embed="rId1" name="chimes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95EFB-A44B-4507-A139-EACEA8B0113E}" type="datetime9">
              <a:rPr lang="en-US" smtClean="0"/>
              <a:t>8/27/2019 12:14:07 AM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Brought to you by Aligarh Muslim University, Aligarh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fade/>
    <p:sndAc>
      <p:stSnd>
        <p:snd r:embed="rId1" name="chimes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FE3D7-9F2D-427C-8C0E-E79924577CCB}" type="datetime9">
              <a:rPr lang="en-US" smtClean="0"/>
              <a:t>8/27/2019 12:14:07 AM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Brought to you by Aligarh Muslim University, Aligarh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fade/>
    <p:sndAc>
      <p:stSnd>
        <p:snd r:embed="rId1" name="chimes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DA549-7EFC-43BA-92F9-145992F719BC}" type="datetime9">
              <a:rPr lang="en-US" smtClean="0"/>
              <a:t>8/27/2019 12:14:07 AM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Brought to you by Aligarh Muslim University, Aligarh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fade/>
    <p:sndAc>
      <p:stSnd>
        <p:snd r:embed="rId1" name="chimes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AEAB1-49AF-4ED1-A4A7-435A7DC557BE}" type="datetime9">
              <a:rPr lang="en-US" smtClean="0"/>
              <a:t>8/27/2019 12:14:07 AM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Brought to you by Aligarh Muslim University, Aligarh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fade/>
    <p:sndAc>
      <p:stSnd>
        <p:snd r:embed="rId1" name="chimes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401C8-C125-4E37-92CC-793BA54332EF}" type="datetime9">
              <a:rPr lang="en-US" smtClean="0"/>
              <a:t>8/27/2019 12:14:07 AM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Brought to you by Aligarh Muslim University, Aligarh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fade/>
    <p:sndAc>
      <p:stSnd>
        <p:snd r:embed="rId1" name="chimes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CD8A9C55-1636-4937-97E7-11F7E9D90976}" type="datetime9">
              <a:rPr lang="en-US" smtClean="0"/>
              <a:t>8/27/2019 12:14:07 AM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r>
              <a:rPr lang="en-GB"/>
              <a:t>Brought to you by Aligarh Muslim University, Aligarh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fade/>
    <p:sndAc>
      <p:stSnd>
        <p:snd r:embed="rId1" name="chimes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75315-4EBF-40FC-8CB5-49C4CDE3EFCF}" type="datetime9">
              <a:rPr lang="en-US" smtClean="0"/>
              <a:t>8/27/2019 12:14:07 AM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Brought to you by Aligarh Muslim University, Aligarh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fade/>
    <p:sndAc>
      <p:stSnd>
        <p:snd r:embed="rId1" name="chimes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C5DA-CCCD-4C16-AAD9-AEDAB32756A1}" type="datetime9">
              <a:rPr lang="en-US" smtClean="0"/>
              <a:t>8/27/2019 12:14:07 AM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Brought to you by Aligarh Muslim University, Aligarh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fade/>
    <p:sndAc>
      <p:stSnd>
        <p:snd r:embed="rId1" name="chimes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91CF7-F196-45DE-B171-C5345FB0AE01}" type="datetime9">
              <a:rPr lang="en-US" smtClean="0"/>
              <a:t>8/27/2019 12:14:07 AM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Brought to you by Aligarh Muslim University, Aligarh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fade/>
    <p:sndAc>
      <p:stSnd>
        <p:snd r:embed="rId1" name="chimes.wav"/>
      </p:stSnd>
    </p:sndAc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D6564-292B-4353-85E7-29C505737E0D}" type="datetime9">
              <a:rPr lang="en-US" smtClean="0"/>
              <a:t>8/27/2019 12:14:07 AM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Brought to you by Aligarh Muslim University, Aligarh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fade/>
    <p:sndAc>
      <p:stSnd>
        <p:snd r:embed="rId1" name="chimes.wav"/>
      </p:stSnd>
    </p:sndAc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7625A-D087-47B7-BC66-70167A2CAE78}" type="datetime9">
              <a:rPr lang="en-US" smtClean="0"/>
              <a:t>8/27/2019 12:14:07 AM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Brought to you by Aligarh Muslim University, Aligarh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fade/>
    <p:sndAc>
      <p:stSnd>
        <p:snd r:embed="rId1" name="chimes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GB"/>
              <a:t>Brought to you by Aligarh Muslim University, Aligarh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B01B422E-191E-4147-9A33-1D8DB0CEF8A8}" type="datetime9">
              <a:rPr lang="en-US" smtClean="0"/>
              <a:t>8/27/2019 12:14:07 AM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transition spd="slow">
    <p:fade/>
    <p:sndAc>
      <p:stSnd>
        <p:snd r:embed="rId16" name="chimes.wav"/>
      </p:stSnd>
    </p:sndAc>
  </p:transition>
  <p:hf hd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B842D-4C96-464D-8CCE-33E9B4DB3D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Power of LinkedIn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43402B-D798-4F85-A99F-425E3B683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9261" y="789598"/>
            <a:ext cx="3868615" cy="3868615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9FEEBA-98E3-4036-9C05-C536C37E1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129" y="296555"/>
            <a:ext cx="8644320" cy="365125"/>
          </a:xfrm>
        </p:spPr>
        <p:txBody>
          <a:bodyPr/>
          <a:lstStyle/>
          <a:p>
            <a:r>
              <a:rPr lang="en-GB" dirty="0"/>
              <a:t>Brought to you by Aligarh Muslim University, Aligarh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96204F-A98A-43CA-917B-C257A911C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193662"/>
      </p:ext>
    </p:extLst>
  </p:cSld>
  <p:clrMapOvr>
    <a:masterClrMapping/>
  </p:clrMapOvr>
  <p:transition spd="slow">
    <p:fade/>
    <p:sndAc>
      <p:stSnd>
        <p:snd r:embed="rId2" name="chim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67319-AB54-4E81-885F-724B5C1C2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MARKET SHARE OF LINKEDIN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B5BB1F2-5294-4CCA-9935-34064E0B42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242846"/>
              </p:ext>
            </p:extLst>
          </p:nvPr>
        </p:nvGraphicFramePr>
        <p:xfrm>
          <a:off x="6744677" y="2214684"/>
          <a:ext cx="4948604" cy="3636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9DD7FFD-6C41-4E88-A995-A8C301A582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1071072"/>
              </p:ext>
            </p:extLst>
          </p:nvPr>
        </p:nvGraphicFramePr>
        <p:xfrm>
          <a:off x="1250462" y="3176182"/>
          <a:ext cx="4196862" cy="26754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8431">
                  <a:extLst>
                    <a:ext uri="{9D8B030D-6E8A-4147-A177-3AD203B41FA5}">
                      <a16:colId xmlns:a16="http://schemas.microsoft.com/office/drawing/2014/main" val="3334530063"/>
                    </a:ext>
                  </a:extLst>
                </a:gridCol>
                <a:gridCol w="2098431">
                  <a:extLst>
                    <a:ext uri="{9D8B030D-6E8A-4147-A177-3AD203B41FA5}">
                      <a16:colId xmlns:a16="http://schemas.microsoft.com/office/drawing/2014/main" val="51772525"/>
                    </a:ext>
                  </a:extLst>
                </a:gridCol>
              </a:tblGrid>
              <a:tr h="535093">
                <a:tc>
                  <a:txBody>
                    <a:bodyPr/>
                    <a:lstStyle/>
                    <a:p>
                      <a:r>
                        <a:rPr lang="en-GB" dirty="0"/>
                        <a:t>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Share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0785247"/>
                  </a:ext>
                </a:extLst>
              </a:tr>
              <a:tr h="535093">
                <a:tc>
                  <a:txBody>
                    <a:bodyPr/>
                    <a:lstStyle/>
                    <a:p>
                      <a:r>
                        <a:rPr lang="en-GB" dirty="0"/>
                        <a:t>LinkedIn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152477"/>
                  </a:ext>
                </a:extLst>
              </a:tr>
              <a:tr h="535093">
                <a:tc>
                  <a:txBody>
                    <a:bodyPr/>
                    <a:lstStyle/>
                    <a:p>
                      <a:r>
                        <a:rPr lang="en-GB" dirty="0"/>
                        <a:t>Facebook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3632178"/>
                  </a:ext>
                </a:extLst>
              </a:tr>
              <a:tr h="535093">
                <a:tc>
                  <a:txBody>
                    <a:bodyPr/>
                    <a:lstStyle/>
                    <a:p>
                      <a:r>
                        <a:rPr lang="en-GB" dirty="0"/>
                        <a:t>Google Plus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4437929"/>
                  </a:ext>
                </a:extLst>
              </a:tr>
              <a:tr h="535093">
                <a:tc>
                  <a:txBody>
                    <a:bodyPr/>
                    <a:lstStyle/>
                    <a:p>
                      <a:r>
                        <a:rPr lang="en-GB" dirty="0"/>
                        <a:t>Twitter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58865"/>
                  </a:ext>
                </a:extLst>
              </a:tr>
            </a:tbl>
          </a:graphicData>
        </a:graphic>
      </p:graphicFrame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397BBBC-0611-45C2-B79E-7CA4EE048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9575" y="264625"/>
            <a:ext cx="8644320" cy="365125"/>
          </a:xfrm>
        </p:spPr>
        <p:txBody>
          <a:bodyPr/>
          <a:lstStyle/>
          <a:p>
            <a:r>
              <a:rPr lang="en-GB" dirty="0"/>
              <a:t>Brought to you by Aligarh Muslim University, Aligarh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08F170-5371-4488-B360-835F0EAC78F1}"/>
              </a:ext>
            </a:extLst>
          </p:cNvPr>
          <p:cNvSpPr txBox="1"/>
          <p:nvPr/>
        </p:nvSpPr>
        <p:spPr>
          <a:xfrm>
            <a:off x="922215" y="1417638"/>
            <a:ext cx="6557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As of 27/08/2019 12:09:46 AM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36CAB7D-AE37-4BFD-82AA-668F914B6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2010775"/>
      </p:ext>
    </p:extLst>
  </p:cSld>
  <p:clrMapOvr>
    <a:masterClrMapping/>
  </p:clrMapOvr>
  <p:transition spd="slow">
    <p:fade/>
    <p:sndAc>
      <p:stSnd>
        <p:snd r:embed="rId2" name="chim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6" grpId="0">
        <p:bldAsOne/>
      </p:bldGraphic>
      <p:bldP spid="9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7AEA6-A5EA-4F66-BD2D-64717215C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LinkedIn: Past month visitors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A84241C1-F99A-4B8B-AA7E-E03786B8E9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0777928"/>
              </p:ext>
            </p:extLst>
          </p:nvPr>
        </p:nvGraphicFramePr>
        <p:xfrm>
          <a:off x="819150" y="2222500"/>
          <a:ext cx="10553700" cy="3636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2924477-6BB3-477A-A3BD-130F3B90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2683" y="208200"/>
            <a:ext cx="8644320" cy="365125"/>
          </a:xfrm>
        </p:spPr>
        <p:txBody>
          <a:bodyPr/>
          <a:lstStyle/>
          <a:p>
            <a:r>
              <a:rPr lang="en-GB" dirty="0"/>
              <a:t>Brought to you by Aligarh Muslim University, Aligarh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9646898-E2BD-4B9C-AAC8-288062EB1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137102"/>
      </p:ext>
    </p:extLst>
  </p:cSld>
  <p:clrMapOvr>
    <a:masterClrMapping/>
  </p:clrMapOvr>
  <p:transition spd="slow">
    <p:fade/>
    <p:sndAc>
      <p:stSnd>
        <p:snd r:embed="rId2" name="chim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8" grpId="0">
        <p:bldAsOne/>
      </p:bldGraphic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E18FE-805F-4903-BC9F-43B92104F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57409-37CA-4BF9-A06C-65D7A6FC6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Professional Ecosystem</a:t>
            </a:r>
          </a:p>
          <a:p>
            <a:r>
              <a:rPr lang="en-GB" dirty="0"/>
              <a:t>Easy API access</a:t>
            </a:r>
          </a:p>
          <a:p>
            <a:r>
              <a:rPr lang="en-GB" dirty="0"/>
              <a:t>No geographical bounds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DC28B-E336-45CE-9452-17A932C62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9914" y="82063"/>
            <a:ext cx="8644320" cy="365125"/>
          </a:xfrm>
        </p:spPr>
        <p:txBody>
          <a:bodyPr/>
          <a:lstStyle/>
          <a:p>
            <a:r>
              <a:rPr lang="en-GB" dirty="0"/>
              <a:t>Brought to you by Aligarh Muslim University, Aligarh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445D0-7AC5-4ECC-8230-368F5074E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6747441"/>
      </p:ext>
    </p:extLst>
  </p:cSld>
  <p:clrMapOvr>
    <a:masterClrMapping/>
  </p:clrMapOvr>
  <p:transition spd="slow">
    <p:fade/>
    <p:sndAc>
      <p:stSnd>
        <p:snd r:embed="rId2" name="chim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527A5-7727-4D94-A3B4-D5BCEBC95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Way to access.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96679-FA58-402E-ACFB-FE15AF900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Logon to </a:t>
            </a:r>
            <a:r>
              <a:rPr lang="en-GB" dirty="0">
                <a:hlinkClick r:id="rId3"/>
              </a:rPr>
              <a:t>LinkedIn.com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E4231-03CE-487A-BE60-35B8BF937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3360" y="207535"/>
            <a:ext cx="8644320" cy="365125"/>
          </a:xfrm>
        </p:spPr>
        <p:txBody>
          <a:bodyPr/>
          <a:lstStyle/>
          <a:p>
            <a:r>
              <a:rPr lang="en-GB" dirty="0"/>
              <a:t>Brought to you by Aligarh Muslim University, Aligarh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34281-77D6-4846-98A7-F6A16901A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570006"/>
      </p:ext>
    </p:extLst>
  </p:cSld>
  <p:clrMapOvr>
    <a:masterClrMapping/>
  </p:clrMapOvr>
  <p:transition spd="slow">
    <p:fade/>
    <p:sndAc>
      <p:stSnd>
        <p:snd r:embed="rId2" name="chim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20</TotalTime>
  <Words>107</Words>
  <Application>Microsoft Office PowerPoint</Application>
  <PresentationFormat>Widescreen</PresentationFormat>
  <Paragraphs>32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Calibri</vt:lpstr>
      <vt:lpstr>Century Gothic</vt:lpstr>
      <vt:lpstr>Wingdings 2</vt:lpstr>
      <vt:lpstr>Quotable</vt:lpstr>
      <vt:lpstr>Power of LinkedIn</vt:lpstr>
      <vt:lpstr>MARKET SHARE OF LINKEDIN</vt:lpstr>
      <vt:lpstr>LinkedIn: Past month visitors</vt:lpstr>
      <vt:lpstr>Advantages</vt:lpstr>
      <vt:lpstr>Way to access.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of LinkedIn</dc:title>
  <dc:creator>Adnan Hussain</dc:creator>
  <cp:lastModifiedBy>Adnan Hussain</cp:lastModifiedBy>
  <cp:revision>3</cp:revision>
  <dcterms:created xsi:type="dcterms:W3CDTF">2019-08-26T18:25:02Z</dcterms:created>
  <dcterms:modified xsi:type="dcterms:W3CDTF">2019-08-26T18:45:14Z</dcterms:modified>
</cp:coreProperties>
</file>